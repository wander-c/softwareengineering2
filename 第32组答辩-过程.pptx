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handoutMasterIdLst>
    <p:handoutMasterId r:id="rId20"/>
  </p:handoutMasterIdLst>
  <p:sldIdLst>
    <p:sldId id="256" r:id="rId3"/>
    <p:sldId id="257" r:id="rId4"/>
    <p:sldId id="258" r:id="rId5"/>
    <p:sldId id="259" r:id="rId6"/>
    <p:sldId id="296" r:id="rId7"/>
    <p:sldId id="260" r:id="rId8"/>
    <p:sldId id="300" r:id="rId9"/>
    <p:sldId id="301" r:id="rId10"/>
    <p:sldId id="303" r:id="rId11"/>
    <p:sldId id="261" r:id="rId12"/>
    <p:sldId id="297" r:id="rId13"/>
    <p:sldId id="298" r:id="rId14"/>
    <p:sldId id="299" r:id="rId15"/>
    <p:sldId id="267" r:id="rId16"/>
    <p:sldId id="262" r:id="rId17"/>
    <p:sldId id="302" r:id="rId18"/>
    <p:sldId id="265" r:id="rId19"/>
  </p:sldIdLst>
  <p:sldSz cx="12192000" cy="6858000"/>
  <p:notesSz cx="6858000" cy="9144000"/>
  <p:embeddedFontLst>
    <p:embeddedFont>
      <p:font typeface="等线" panose="02010600030101010101" charset="-122"/>
      <p:regular r:id="rId24"/>
    </p:embeddedFont>
  </p:embeddedFontLst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07" userDrawn="1">
          <p15:clr>
            <a:srgbClr val="A4A3A4"/>
          </p15:clr>
        </p15:guide>
        <p15:guide id="2" pos="7222" userDrawn="1">
          <p15:clr>
            <a:srgbClr val="A4A3A4"/>
          </p15:clr>
        </p15:guide>
        <p15:guide id="3" orient="horz" pos="652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389"/>
    <a:srgbClr val="3A7B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3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78" y="846"/>
      </p:cViewPr>
      <p:guideLst>
        <p:guide pos="407"/>
        <p:guide pos="7222"/>
        <p:guide orient="horz" pos="652"/>
        <p:guide orient="horz" pos="7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2582"/>
    </p:cViewPr>
  </p:sorterViewPr>
  <p:notesViewPr>
    <p:cSldViewPr snapToGrid="0">
      <p:cViewPr varScale="1">
        <p:scale>
          <a:sx n="75" d="100"/>
          <a:sy n="75" d="100"/>
        </p:scale>
        <p:origin x="330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30.xml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ED53D-5900-4692-B30E-AEFD90DE75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F731E-E4EE-48C2-8E2E-8649318C6E6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3A7B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335360" y="277896"/>
            <a:ext cx="11521280" cy="6302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schemeClr val="tx1">
                <a:lumMod val="95000"/>
                <a:lumOff val="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" name="任意多边形: 形状 7"/>
          <p:cNvSpPr>
            <a:spLocks noChangeAspect="1"/>
          </p:cNvSpPr>
          <p:nvPr userDrawn="1"/>
        </p:nvSpPr>
        <p:spPr>
          <a:xfrm>
            <a:off x="10251074" y="0"/>
            <a:ext cx="1730960" cy="1298018"/>
          </a:xfrm>
          <a:custGeom>
            <a:avLst/>
            <a:gdLst>
              <a:gd name="connsiteX0" fmla="*/ 1275576 w 1730960"/>
              <a:gd name="connsiteY0" fmla="*/ 0 h 1298018"/>
              <a:gd name="connsiteX1" fmla="*/ 1730960 w 1730960"/>
              <a:gd name="connsiteY1" fmla="*/ 0 h 1298018"/>
              <a:gd name="connsiteX2" fmla="*/ 455384 w 1730960"/>
              <a:gd name="connsiteY2" fmla="*/ 1298018 h 1298018"/>
              <a:gd name="connsiteX3" fmla="*/ 0 w 1730960"/>
              <a:gd name="connsiteY3" fmla="*/ 1298018 h 1298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0960" h="1298018">
                <a:moveTo>
                  <a:pt x="1275576" y="0"/>
                </a:moveTo>
                <a:lnTo>
                  <a:pt x="1730960" y="0"/>
                </a:lnTo>
                <a:lnTo>
                  <a:pt x="455384" y="1298018"/>
                </a:lnTo>
                <a:lnTo>
                  <a:pt x="0" y="1298018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9" name="任意多边形: 形状 8"/>
          <p:cNvSpPr>
            <a:spLocks noChangeAspect="1"/>
          </p:cNvSpPr>
          <p:nvPr userDrawn="1"/>
        </p:nvSpPr>
        <p:spPr>
          <a:xfrm>
            <a:off x="10239549" y="0"/>
            <a:ext cx="890408" cy="558535"/>
          </a:xfrm>
          <a:custGeom>
            <a:avLst/>
            <a:gdLst>
              <a:gd name="connsiteX0" fmla="*/ 548878 w 890408"/>
              <a:gd name="connsiteY0" fmla="*/ 0 h 558535"/>
              <a:gd name="connsiteX1" fmla="*/ 890408 w 890408"/>
              <a:gd name="connsiteY1" fmla="*/ 0 h 558535"/>
              <a:gd name="connsiteX2" fmla="*/ 341530 w 890408"/>
              <a:gd name="connsiteY2" fmla="*/ 558535 h 558535"/>
              <a:gd name="connsiteX3" fmla="*/ 0 w 890408"/>
              <a:gd name="connsiteY3" fmla="*/ 558535 h 558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0408" h="558535">
                <a:moveTo>
                  <a:pt x="548878" y="0"/>
                </a:moveTo>
                <a:lnTo>
                  <a:pt x="890408" y="0"/>
                </a:lnTo>
                <a:lnTo>
                  <a:pt x="341530" y="558535"/>
                </a:lnTo>
                <a:lnTo>
                  <a:pt x="0" y="558535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0" name="任意多边形: 形状 9"/>
          <p:cNvSpPr>
            <a:spLocks noChangeAspect="1"/>
          </p:cNvSpPr>
          <p:nvPr userDrawn="1"/>
        </p:nvSpPr>
        <p:spPr>
          <a:xfrm>
            <a:off x="11394118" y="191340"/>
            <a:ext cx="797882" cy="811920"/>
          </a:xfrm>
          <a:custGeom>
            <a:avLst/>
            <a:gdLst>
              <a:gd name="connsiteX0" fmla="*/ 797882 w 797882"/>
              <a:gd name="connsiteY0" fmla="*/ 0 h 811920"/>
              <a:gd name="connsiteX1" fmla="*/ 797882 w 797882"/>
              <a:gd name="connsiteY1" fmla="*/ 289623 h 811920"/>
              <a:gd name="connsiteX2" fmla="*/ 284616 w 797882"/>
              <a:gd name="connsiteY2" fmla="*/ 811920 h 811920"/>
              <a:gd name="connsiteX3" fmla="*/ 0 w 797882"/>
              <a:gd name="connsiteY3" fmla="*/ 811920 h 81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882" h="811920">
                <a:moveTo>
                  <a:pt x="797882" y="0"/>
                </a:moveTo>
                <a:lnTo>
                  <a:pt x="797882" y="289623"/>
                </a:lnTo>
                <a:lnTo>
                  <a:pt x="284616" y="811920"/>
                </a:lnTo>
                <a:lnTo>
                  <a:pt x="0" y="811920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6" name="任意多边形: 形状 15"/>
          <p:cNvSpPr>
            <a:spLocks noChangeAspect="1"/>
          </p:cNvSpPr>
          <p:nvPr userDrawn="1"/>
        </p:nvSpPr>
        <p:spPr>
          <a:xfrm>
            <a:off x="349072" y="5693177"/>
            <a:ext cx="1602222" cy="1167016"/>
          </a:xfrm>
          <a:custGeom>
            <a:avLst/>
            <a:gdLst>
              <a:gd name="connsiteX0" fmla="*/ 1146838 w 1602222"/>
              <a:gd name="connsiteY0" fmla="*/ 0 h 1167016"/>
              <a:gd name="connsiteX1" fmla="*/ 1602222 w 1602222"/>
              <a:gd name="connsiteY1" fmla="*/ 0 h 1167016"/>
              <a:gd name="connsiteX2" fmla="*/ 455384 w 1602222"/>
              <a:gd name="connsiteY2" fmla="*/ 1167016 h 1167016"/>
              <a:gd name="connsiteX3" fmla="*/ 0 w 1602222"/>
              <a:gd name="connsiteY3" fmla="*/ 1167016 h 116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2222" h="1167016">
                <a:moveTo>
                  <a:pt x="1146838" y="0"/>
                </a:moveTo>
                <a:lnTo>
                  <a:pt x="1602222" y="0"/>
                </a:lnTo>
                <a:lnTo>
                  <a:pt x="455384" y="1167016"/>
                </a:lnTo>
                <a:lnTo>
                  <a:pt x="0" y="1167016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7" name="任意多边形: 形状 16"/>
          <p:cNvSpPr>
            <a:spLocks noChangeAspect="1"/>
          </p:cNvSpPr>
          <p:nvPr userDrawn="1"/>
        </p:nvSpPr>
        <p:spPr>
          <a:xfrm>
            <a:off x="1" y="5911667"/>
            <a:ext cx="850271" cy="865231"/>
          </a:xfrm>
          <a:custGeom>
            <a:avLst/>
            <a:gdLst>
              <a:gd name="connsiteX0" fmla="*/ 508741 w 850271"/>
              <a:gd name="connsiteY0" fmla="*/ 0 h 865231"/>
              <a:gd name="connsiteX1" fmla="*/ 850271 w 850271"/>
              <a:gd name="connsiteY1" fmla="*/ 0 h 865231"/>
              <a:gd name="connsiteX2" fmla="*/ 0 w 850271"/>
              <a:gd name="connsiteY2" fmla="*/ 865231 h 865231"/>
              <a:gd name="connsiteX3" fmla="*/ 0 w 850271"/>
              <a:gd name="connsiteY3" fmla="*/ 517692 h 86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0271" h="865231">
                <a:moveTo>
                  <a:pt x="508741" y="0"/>
                </a:moveTo>
                <a:lnTo>
                  <a:pt x="850271" y="0"/>
                </a:lnTo>
                <a:lnTo>
                  <a:pt x="0" y="865231"/>
                </a:lnTo>
                <a:lnTo>
                  <a:pt x="0" y="517692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9" name="任意多边形: 形状 18"/>
          <p:cNvSpPr>
            <a:spLocks noChangeAspect="1"/>
          </p:cNvSpPr>
          <p:nvPr userDrawn="1"/>
        </p:nvSpPr>
        <p:spPr>
          <a:xfrm>
            <a:off x="1176986" y="6455122"/>
            <a:ext cx="685400" cy="407836"/>
          </a:xfrm>
          <a:custGeom>
            <a:avLst/>
            <a:gdLst>
              <a:gd name="connsiteX0" fmla="*/ 400784 w 685400"/>
              <a:gd name="connsiteY0" fmla="*/ 0 h 407836"/>
              <a:gd name="connsiteX1" fmla="*/ 685400 w 685400"/>
              <a:gd name="connsiteY1" fmla="*/ 0 h 407836"/>
              <a:gd name="connsiteX2" fmla="*/ 284616 w 685400"/>
              <a:gd name="connsiteY2" fmla="*/ 407836 h 407836"/>
              <a:gd name="connsiteX3" fmla="*/ 0 w 685400"/>
              <a:gd name="connsiteY3" fmla="*/ 407836 h 407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400" h="407836">
                <a:moveTo>
                  <a:pt x="400784" y="0"/>
                </a:moveTo>
                <a:lnTo>
                  <a:pt x="685400" y="0"/>
                </a:lnTo>
                <a:lnTo>
                  <a:pt x="284616" y="407836"/>
                </a:lnTo>
                <a:lnTo>
                  <a:pt x="0" y="407836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cxnSp>
        <p:nvCxnSpPr>
          <p:cNvPr id="22" name="直接连接符 21"/>
          <p:cNvCxnSpPr/>
          <p:nvPr userDrawn="1"/>
        </p:nvCxnSpPr>
        <p:spPr>
          <a:xfrm flipH="1">
            <a:off x="2594342" y="3775680"/>
            <a:ext cx="1901952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 userDrawn="1"/>
        </p:nvCxnSpPr>
        <p:spPr>
          <a:xfrm flipH="1">
            <a:off x="7860299" y="3775680"/>
            <a:ext cx="1901952" cy="0"/>
          </a:xfrm>
          <a:prstGeom prst="line">
            <a:avLst/>
          </a:prstGeom>
          <a:ln w="19050">
            <a:solidFill>
              <a:schemeClr val="accent1">
                <a:lumMod val="10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335360" y="277896"/>
            <a:ext cx="11521280" cy="6302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schemeClr val="tx1">
                <a:lumMod val="95000"/>
                <a:lumOff val="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2548327" y="209476"/>
            <a:ext cx="9367901" cy="6439048"/>
          </a:xfrm>
          <a:prstGeom prst="rect">
            <a:avLst/>
          </a:prstGeom>
          <a:solidFill>
            <a:sysClr val="window" lastClr="FFFFFF"/>
          </a:solidFill>
          <a:ln w="19050" cap="flat" cmpd="sng" algn="ctr">
            <a:solidFill>
              <a:srgbClr val="70AFC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screen"/>
          <a:srcRect l="34053" t="17591" r="1128" b="17591"/>
          <a:stretch>
            <a:fillRect/>
          </a:stretch>
        </p:blipFill>
        <p:spPr>
          <a:xfrm>
            <a:off x="-5" y="23177"/>
            <a:ext cx="6861002" cy="6826886"/>
          </a:xfrm>
          <a:custGeom>
            <a:avLst/>
            <a:gdLst>
              <a:gd name="connsiteX0" fmla="*/ 0 w 6861002"/>
              <a:gd name="connsiteY0" fmla="*/ 0 h 6826886"/>
              <a:gd name="connsiteX1" fmla="*/ 6861002 w 6861002"/>
              <a:gd name="connsiteY1" fmla="*/ 0 h 6826886"/>
              <a:gd name="connsiteX2" fmla="*/ 5494103 w 6861002"/>
              <a:gd name="connsiteY2" fmla="*/ 6826886 h 6826886"/>
              <a:gd name="connsiteX3" fmla="*/ 0 w 6861002"/>
              <a:gd name="connsiteY3" fmla="*/ 6826886 h 6826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61002" h="6826886">
                <a:moveTo>
                  <a:pt x="0" y="0"/>
                </a:moveTo>
                <a:lnTo>
                  <a:pt x="6861002" y="0"/>
                </a:lnTo>
                <a:lnTo>
                  <a:pt x="5494103" y="6826886"/>
                </a:lnTo>
                <a:lnTo>
                  <a:pt x="0" y="6826886"/>
                </a:lnTo>
                <a:close/>
              </a:path>
            </a:pathLst>
          </a:custGeom>
        </p:spPr>
      </p:pic>
      <p:sp>
        <p:nvSpPr>
          <p:cNvPr id="14" name="流程图: 手动输入 13"/>
          <p:cNvSpPr/>
          <p:nvPr userDrawn="1"/>
        </p:nvSpPr>
        <p:spPr>
          <a:xfrm rot="16200000" flipV="1">
            <a:off x="3822" y="-3820"/>
            <a:ext cx="6858000" cy="6865642"/>
          </a:xfrm>
          <a:prstGeom prst="flowChartManualInput">
            <a:avLst/>
          </a:prstGeom>
          <a:solidFill>
            <a:srgbClr val="3A7B9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59793" y="2378343"/>
            <a:ext cx="1610623" cy="8309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defRPr/>
            </a:pPr>
            <a:r>
              <a:rPr lang="zh-CN" altLang="en-US" sz="4800" dirty="0">
                <a:solidFill>
                  <a:prstClr val="white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+mn-ea"/>
                <a:sym typeface="+mn-lt"/>
              </a:rPr>
              <a:t>目录</a:t>
            </a:r>
            <a:endParaRPr lang="zh-CN" altLang="en-US" sz="4800" dirty="0">
              <a:solidFill>
                <a:prstClr val="white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1142281" y="3360609"/>
            <a:ext cx="959371" cy="0"/>
          </a:xfrm>
          <a:prstGeom prst="line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</p:cxnSp>
      <p:sp>
        <p:nvSpPr>
          <p:cNvPr id="17" name="文本框 16"/>
          <p:cNvSpPr txBox="1"/>
          <p:nvPr userDrawn="1"/>
        </p:nvSpPr>
        <p:spPr>
          <a:xfrm>
            <a:off x="1142281" y="3710217"/>
            <a:ext cx="2814786" cy="76944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>
              <a:defRPr/>
            </a:pPr>
            <a:r>
              <a:rPr lang="en-US" altLang="zh-CN" sz="4400" dirty="0">
                <a:solidFill>
                  <a:prstClr val="white"/>
                </a:solidFill>
                <a:cs typeface="+mn-ea"/>
                <a:sym typeface="+mn-lt"/>
              </a:rPr>
              <a:t>Contents</a:t>
            </a:r>
            <a:endParaRPr lang="zh-CN" altLang="en-US" sz="440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 flipV="1">
            <a:off x="827551" y="209476"/>
            <a:ext cx="303107" cy="303107"/>
            <a:chOff x="962675" y="5112327"/>
            <a:chExt cx="672161" cy="672161"/>
          </a:xfrm>
        </p:grpSpPr>
        <p:cxnSp>
          <p:nvCxnSpPr>
            <p:cNvPr id="19" name="直接连接符 18"/>
            <p:cNvCxnSpPr/>
            <p:nvPr/>
          </p:nvCxnSpPr>
          <p:spPr>
            <a:xfrm flipH="1">
              <a:off x="962675" y="5784488"/>
              <a:ext cx="672161" cy="0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alpha val="65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20" name="直接连接符 19"/>
            <p:cNvCxnSpPr/>
            <p:nvPr/>
          </p:nvCxnSpPr>
          <p:spPr>
            <a:xfrm flipV="1">
              <a:off x="962675" y="5112327"/>
              <a:ext cx="0" cy="672161"/>
            </a:xfrm>
            <a:prstGeom prst="line">
              <a:avLst/>
            </a:prstGeom>
            <a:noFill/>
            <a:ln w="12700" cap="flat" cmpd="sng" algn="ctr">
              <a:solidFill>
                <a:sysClr val="window" lastClr="FFFFFF">
                  <a:alpha val="65000"/>
                </a:sysClr>
              </a:solidFill>
              <a:prstDash val="solid"/>
              <a:miter lim="800000"/>
            </a:ln>
            <a:effectLst/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3A7B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335360" y="277896"/>
            <a:ext cx="11521280" cy="6302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schemeClr val="tx1">
                <a:lumMod val="95000"/>
                <a:lumOff val="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13" name="任意多边形: 形状 12"/>
          <p:cNvSpPr>
            <a:spLocks noChangeAspect="1"/>
          </p:cNvSpPr>
          <p:nvPr userDrawn="1"/>
        </p:nvSpPr>
        <p:spPr>
          <a:xfrm>
            <a:off x="10251074" y="0"/>
            <a:ext cx="1730960" cy="1298018"/>
          </a:xfrm>
          <a:custGeom>
            <a:avLst/>
            <a:gdLst>
              <a:gd name="connsiteX0" fmla="*/ 1275576 w 1730960"/>
              <a:gd name="connsiteY0" fmla="*/ 0 h 1298018"/>
              <a:gd name="connsiteX1" fmla="*/ 1730960 w 1730960"/>
              <a:gd name="connsiteY1" fmla="*/ 0 h 1298018"/>
              <a:gd name="connsiteX2" fmla="*/ 455384 w 1730960"/>
              <a:gd name="connsiteY2" fmla="*/ 1298018 h 1298018"/>
              <a:gd name="connsiteX3" fmla="*/ 0 w 1730960"/>
              <a:gd name="connsiteY3" fmla="*/ 1298018 h 1298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0960" h="1298018">
                <a:moveTo>
                  <a:pt x="1275576" y="0"/>
                </a:moveTo>
                <a:lnTo>
                  <a:pt x="1730960" y="0"/>
                </a:lnTo>
                <a:lnTo>
                  <a:pt x="455384" y="1298018"/>
                </a:lnTo>
                <a:lnTo>
                  <a:pt x="0" y="1298018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4" name="任意多边形: 形状 13"/>
          <p:cNvSpPr>
            <a:spLocks noChangeAspect="1"/>
          </p:cNvSpPr>
          <p:nvPr userDrawn="1"/>
        </p:nvSpPr>
        <p:spPr>
          <a:xfrm>
            <a:off x="10239549" y="0"/>
            <a:ext cx="890408" cy="558535"/>
          </a:xfrm>
          <a:custGeom>
            <a:avLst/>
            <a:gdLst>
              <a:gd name="connsiteX0" fmla="*/ 548878 w 890408"/>
              <a:gd name="connsiteY0" fmla="*/ 0 h 558535"/>
              <a:gd name="connsiteX1" fmla="*/ 890408 w 890408"/>
              <a:gd name="connsiteY1" fmla="*/ 0 h 558535"/>
              <a:gd name="connsiteX2" fmla="*/ 341530 w 890408"/>
              <a:gd name="connsiteY2" fmla="*/ 558535 h 558535"/>
              <a:gd name="connsiteX3" fmla="*/ 0 w 890408"/>
              <a:gd name="connsiteY3" fmla="*/ 558535 h 558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0408" h="558535">
                <a:moveTo>
                  <a:pt x="548878" y="0"/>
                </a:moveTo>
                <a:lnTo>
                  <a:pt x="890408" y="0"/>
                </a:lnTo>
                <a:lnTo>
                  <a:pt x="341530" y="558535"/>
                </a:lnTo>
                <a:lnTo>
                  <a:pt x="0" y="558535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5" name="任意多边形: 形状 14"/>
          <p:cNvSpPr>
            <a:spLocks noChangeAspect="1"/>
          </p:cNvSpPr>
          <p:nvPr userDrawn="1"/>
        </p:nvSpPr>
        <p:spPr>
          <a:xfrm>
            <a:off x="11394118" y="191340"/>
            <a:ext cx="797882" cy="811920"/>
          </a:xfrm>
          <a:custGeom>
            <a:avLst/>
            <a:gdLst>
              <a:gd name="connsiteX0" fmla="*/ 797882 w 797882"/>
              <a:gd name="connsiteY0" fmla="*/ 0 h 811920"/>
              <a:gd name="connsiteX1" fmla="*/ 797882 w 797882"/>
              <a:gd name="connsiteY1" fmla="*/ 289623 h 811920"/>
              <a:gd name="connsiteX2" fmla="*/ 284616 w 797882"/>
              <a:gd name="connsiteY2" fmla="*/ 811920 h 811920"/>
              <a:gd name="connsiteX3" fmla="*/ 0 w 797882"/>
              <a:gd name="connsiteY3" fmla="*/ 811920 h 81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882" h="811920">
                <a:moveTo>
                  <a:pt x="797882" y="0"/>
                </a:moveTo>
                <a:lnTo>
                  <a:pt x="797882" y="289623"/>
                </a:lnTo>
                <a:lnTo>
                  <a:pt x="284616" y="811920"/>
                </a:lnTo>
                <a:lnTo>
                  <a:pt x="0" y="811920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6" name="任意多边形: 形状 15"/>
          <p:cNvSpPr>
            <a:spLocks noChangeAspect="1"/>
          </p:cNvSpPr>
          <p:nvPr userDrawn="1"/>
        </p:nvSpPr>
        <p:spPr>
          <a:xfrm>
            <a:off x="349072" y="5693177"/>
            <a:ext cx="1602222" cy="1167016"/>
          </a:xfrm>
          <a:custGeom>
            <a:avLst/>
            <a:gdLst>
              <a:gd name="connsiteX0" fmla="*/ 1146838 w 1602222"/>
              <a:gd name="connsiteY0" fmla="*/ 0 h 1167016"/>
              <a:gd name="connsiteX1" fmla="*/ 1602222 w 1602222"/>
              <a:gd name="connsiteY1" fmla="*/ 0 h 1167016"/>
              <a:gd name="connsiteX2" fmla="*/ 455384 w 1602222"/>
              <a:gd name="connsiteY2" fmla="*/ 1167016 h 1167016"/>
              <a:gd name="connsiteX3" fmla="*/ 0 w 1602222"/>
              <a:gd name="connsiteY3" fmla="*/ 1167016 h 116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2222" h="1167016">
                <a:moveTo>
                  <a:pt x="1146838" y="0"/>
                </a:moveTo>
                <a:lnTo>
                  <a:pt x="1602222" y="0"/>
                </a:lnTo>
                <a:lnTo>
                  <a:pt x="455384" y="1167016"/>
                </a:lnTo>
                <a:lnTo>
                  <a:pt x="0" y="1167016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7" name="任意多边形: 形状 16"/>
          <p:cNvSpPr>
            <a:spLocks noChangeAspect="1"/>
          </p:cNvSpPr>
          <p:nvPr userDrawn="1"/>
        </p:nvSpPr>
        <p:spPr>
          <a:xfrm>
            <a:off x="1" y="5911667"/>
            <a:ext cx="850271" cy="865231"/>
          </a:xfrm>
          <a:custGeom>
            <a:avLst/>
            <a:gdLst>
              <a:gd name="connsiteX0" fmla="*/ 508741 w 850271"/>
              <a:gd name="connsiteY0" fmla="*/ 0 h 865231"/>
              <a:gd name="connsiteX1" fmla="*/ 850271 w 850271"/>
              <a:gd name="connsiteY1" fmla="*/ 0 h 865231"/>
              <a:gd name="connsiteX2" fmla="*/ 0 w 850271"/>
              <a:gd name="connsiteY2" fmla="*/ 865231 h 865231"/>
              <a:gd name="connsiteX3" fmla="*/ 0 w 850271"/>
              <a:gd name="connsiteY3" fmla="*/ 517692 h 86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0271" h="865231">
                <a:moveTo>
                  <a:pt x="508741" y="0"/>
                </a:moveTo>
                <a:lnTo>
                  <a:pt x="850271" y="0"/>
                </a:lnTo>
                <a:lnTo>
                  <a:pt x="0" y="865231"/>
                </a:lnTo>
                <a:lnTo>
                  <a:pt x="0" y="517692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8" name="任意多边形: 形状 17"/>
          <p:cNvSpPr>
            <a:spLocks noChangeAspect="1"/>
          </p:cNvSpPr>
          <p:nvPr userDrawn="1"/>
        </p:nvSpPr>
        <p:spPr>
          <a:xfrm>
            <a:off x="1176986" y="6455122"/>
            <a:ext cx="685400" cy="407836"/>
          </a:xfrm>
          <a:custGeom>
            <a:avLst/>
            <a:gdLst>
              <a:gd name="connsiteX0" fmla="*/ 400784 w 685400"/>
              <a:gd name="connsiteY0" fmla="*/ 0 h 407836"/>
              <a:gd name="connsiteX1" fmla="*/ 685400 w 685400"/>
              <a:gd name="connsiteY1" fmla="*/ 0 h 407836"/>
              <a:gd name="connsiteX2" fmla="*/ 284616 w 685400"/>
              <a:gd name="connsiteY2" fmla="*/ 407836 h 407836"/>
              <a:gd name="connsiteX3" fmla="*/ 0 w 685400"/>
              <a:gd name="connsiteY3" fmla="*/ 407836 h 407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400" h="407836">
                <a:moveTo>
                  <a:pt x="400784" y="0"/>
                </a:moveTo>
                <a:lnTo>
                  <a:pt x="685400" y="0"/>
                </a:lnTo>
                <a:lnTo>
                  <a:pt x="284616" y="407836"/>
                </a:lnTo>
                <a:lnTo>
                  <a:pt x="0" y="407836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1" name="燕尾形 2"/>
          <p:cNvSpPr/>
          <p:nvPr userDrawn="1"/>
        </p:nvSpPr>
        <p:spPr>
          <a:xfrm rot="16200000">
            <a:off x="5644278" y="40030"/>
            <a:ext cx="903605" cy="818515"/>
          </a:xfrm>
          <a:custGeom>
            <a:avLst/>
            <a:gdLst>
              <a:gd name="connsiteX0" fmla="*/ 0 w 1423"/>
              <a:gd name="connsiteY0" fmla="*/ 0 h 1289"/>
              <a:gd name="connsiteX1" fmla="*/ 1416 w 1423"/>
              <a:gd name="connsiteY1" fmla="*/ 2 h 1289"/>
              <a:gd name="connsiteX2" fmla="*/ 1423 w 1423"/>
              <a:gd name="connsiteY2" fmla="*/ 596 h 1289"/>
              <a:gd name="connsiteX3" fmla="*/ 1419 w 1423"/>
              <a:gd name="connsiteY3" fmla="*/ 1289 h 1289"/>
              <a:gd name="connsiteX4" fmla="*/ 0 w 1423"/>
              <a:gd name="connsiteY4" fmla="*/ 1289 h 1289"/>
              <a:gd name="connsiteX5" fmla="*/ 644 w 1423"/>
              <a:gd name="connsiteY5" fmla="*/ 644 h 1289"/>
              <a:gd name="connsiteX6" fmla="*/ 0 w 1423"/>
              <a:gd name="connsiteY6" fmla="*/ 0 h 1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3" h="1289">
                <a:moveTo>
                  <a:pt x="0" y="0"/>
                </a:moveTo>
                <a:lnTo>
                  <a:pt x="1416" y="2"/>
                </a:lnTo>
                <a:lnTo>
                  <a:pt x="1423" y="596"/>
                </a:lnTo>
                <a:lnTo>
                  <a:pt x="1419" y="1289"/>
                </a:lnTo>
                <a:lnTo>
                  <a:pt x="0" y="1289"/>
                </a:lnTo>
                <a:lnTo>
                  <a:pt x="644" y="64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3A7B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335360" y="277896"/>
            <a:ext cx="11521280" cy="6302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schemeClr val="tx1">
                <a:lumMod val="95000"/>
                <a:lumOff val="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8" name="任意多边形: 形状 7"/>
          <p:cNvSpPr>
            <a:spLocks noChangeAspect="1"/>
          </p:cNvSpPr>
          <p:nvPr userDrawn="1"/>
        </p:nvSpPr>
        <p:spPr>
          <a:xfrm>
            <a:off x="10251074" y="0"/>
            <a:ext cx="1730960" cy="1298018"/>
          </a:xfrm>
          <a:custGeom>
            <a:avLst/>
            <a:gdLst>
              <a:gd name="connsiteX0" fmla="*/ 1275576 w 1730960"/>
              <a:gd name="connsiteY0" fmla="*/ 0 h 1298018"/>
              <a:gd name="connsiteX1" fmla="*/ 1730960 w 1730960"/>
              <a:gd name="connsiteY1" fmla="*/ 0 h 1298018"/>
              <a:gd name="connsiteX2" fmla="*/ 455384 w 1730960"/>
              <a:gd name="connsiteY2" fmla="*/ 1298018 h 1298018"/>
              <a:gd name="connsiteX3" fmla="*/ 0 w 1730960"/>
              <a:gd name="connsiteY3" fmla="*/ 1298018 h 1298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0960" h="1298018">
                <a:moveTo>
                  <a:pt x="1275576" y="0"/>
                </a:moveTo>
                <a:lnTo>
                  <a:pt x="1730960" y="0"/>
                </a:lnTo>
                <a:lnTo>
                  <a:pt x="455384" y="1298018"/>
                </a:lnTo>
                <a:lnTo>
                  <a:pt x="0" y="1298018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9" name="任意多边形: 形状 8"/>
          <p:cNvSpPr>
            <a:spLocks noChangeAspect="1"/>
          </p:cNvSpPr>
          <p:nvPr userDrawn="1"/>
        </p:nvSpPr>
        <p:spPr>
          <a:xfrm>
            <a:off x="10239549" y="0"/>
            <a:ext cx="890408" cy="558535"/>
          </a:xfrm>
          <a:custGeom>
            <a:avLst/>
            <a:gdLst>
              <a:gd name="connsiteX0" fmla="*/ 548878 w 890408"/>
              <a:gd name="connsiteY0" fmla="*/ 0 h 558535"/>
              <a:gd name="connsiteX1" fmla="*/ 890408 w 890408"/>
              <a:gd name="connsiteY1" fmla="*/ 0 h 558535"/>
              <a:gd name="connsiteX2" fmla="*/ 341530 w 890408"/>
              <a:gd name="connsiteY2" fmla="*/ 558535 h 558535"/>
              <a:gd name="connsiteX3" fmla="*/ 0 w 890408"/>
              <a:gd name="connsiteY3" fmla="*/ 558535 h 558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0408" h="558535">
                <a:moveTo>
                  <a:pt x="548878" y="0"/>
                </a:moveTo>
                <a:lnTo>
                  <a:pt x="890408" y="0"/>
                </a:lnTo>
                <a:lnTo>
                  <a:pt x="341530" y="558535"/>
                </a:lnTo>
                <a:lnTo>
                  <a:pt x="0" y="558535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0" name="任意多边形: 形状 9"/>
          <p:cNvSpPr>
            <a:spLocks noChangeAspect="1"/>
          </p:cNvSpPr>
          <p:nvPr userDrawn="1"/>
        </p:nvSpPr>
        <p:spPr>
          <a:xfrm>
            <a:off x="11394118" y="191340"/>
            <a:ext cx="797882" cy="811920"/>
          </a:xfrm>
          <a:custGeom>
            <a:avLst/>
            <a:gdLst>
              <a:gd name="connsiteX0" fmla="*/ 797882 w 797882"/>
              <a:gd name="connsiteY0" fmla="*/ 0 h 811920"/>
              <a:gd name="connsiteX1" fmla="*/ 797882 w 797882"/>
              <a:gd name="connsiteY1" fmla="*/ 289623 h 811920"/>
              <a:gd name="connsiteX2" fmla="*/ 284616 w 797882"/>
              <a:gd name="connsiteY2" fmla="*/ 811920 h 811920"/>
              <a:gd name="connsiteX3" fmla="*/ 0 w 797882"/>
              <a:gd name="connsiteY3" fmla="*/ 811920 h 81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97882" h="811920">
                <a:moveTo>
                  <a:pt x="797882" y="0"/>
                </a:moveTo>
                <a:lnTo>
                  <a:pt x="797882" y="289623"/>
                </a:lnTo>
                <a:lnTo>
                  <a:pt x="284616" y="811920"/>
                </a:lnTo>
                <a:lnTo>
                  <a:pt x="0" y="811920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1" name="任意多边形: 形状 10"/>
          <p:cNvSpPr>
            <a:spLocks noChangeAspect="1"/>
          </p:cNvSpPr>
          <p:nvPr userDrawn="1"/>
        </p:nvSpPr>
        <p:spPr>
          <a:xfrm>
            <a:off x="349072" y="5693177"/>
            <a:ext cx="1602222" cy="1167016"/>
          </a:xfrm>
          <a:custGeom>
            <a:avLst/>
            <a:gdLst>
              <a:gd name="connsiteX0" fmla="*/ 1146838 w 1602222"/>
              <a:gd name="connsiteY0" fmla="*/ 0 h 1167016"/>
              <a:gd name="connsiteX1" fmla="*/ 1602222 w 1602222"/>
              <a:gd name="connsiteY1" fmla="*/ 0 h 1167016"/>
              <a:gd name="connsiteX2" fmla="*/ 455384 w 1602222"/>
              <a:gd name="connsiteY2" fmla="*/ 1167016 h 1167016"/>
              <a:gd name="connsiteX3" fmla="*/ 0 w 1602222"/>
              <a:gd name="connsiteY3" fmla="*/ 1167016 h 1167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2222" h="1167016">
                <a:moveTo>
                  <a:pt x="1146838" y="0"/>
                </a:moveTo>
                <a:lnTo>
                  <a:pt x="1602222" y="0"/>
                </a:lnTo>
                <a:lnTo>
                  <a:pt x="455384" y="1167016"/>
                </a:lnTo>
                <a:lnTo>
                  <a:pt x="0" y="1167016"/>
                </a:lnTo>
                <a:close/>
              </a:path>
            </a:pathLst>
          </a:custGeom>
          <a:solidFill>
            <a:srgbClr val="70AFCE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2" name="任意多边形: 形状 11"/>
          <p:cNvSpPr>
            <a:spLocks noChangeAspect="1"/>
          </p:cNvSpPr>
          <p:nvPr userDrawn="1"/>
        </p:nvSpPr>
        <p:spPr>
          <a:xfrm>
            <a:off x="1" y="5911667"/>
            <a:ext cx="850271" cy="865231"/>
          </a:xfrm>
          <a:custGeom>
            <a:avLst/>
            <a:gdLst>
              <a:gd name="connsiteX0" fmla="*/ 508741 w 850271"/>
              <a:gd name="connsiteY0" fmla="*/ 0 h 865231"/>
              <a:gd name="connsiteX1" fmla="*/ 850271 w 850271"/>
              <a:gd name="connsiteY1" fmla="*/ 0 h 865231"/>
              <a:gd name="connsiteX2" fmla="*/ 0 w 850271"/>
              <a:gd name="connsiteY2" fmla="*/ 865231 h 865231"/>
              <a:gd name="connsiteX3" fmla="*/ 0 w 850271"/>
              <a:gd name="connsiteY3" fmla="*/ 517692 h 86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0271" h="865231">
                <a:moveTo>
                  <a:pt x="508741" y="0"/>
                </a:moveTo>
                <a:lnTo>
                  <a:pt x="850271" y="0"/>
                </a:lnTo>
                <a:lnTo>
                  <a:pt x="0" y="865231"/>
                </a:lnTo>
                <a:lnTo>
                  <a:pt x="0" y="517692"/>
                </a:lnTo>
                <a:close/>
              </a:path>
            </a:pathLst>
          </a:custGeom>
          <a:solidFill>
            <a:srgbClr val="70AFCE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3" name="任意多边形: 形状 12"/>
          <p:cNvSpPr>
            <a:spLocks noChangeAspect="1"/>
          </p:cNvSpPr>
          <p:nvPr userDrawn="1"/>
        </p:nvSpPr>
        <p:spPr>
          <a:xfrm>
            <a:off x="1176986" y="6455122"/>
            <a:ext cx="685400" cy="407836"/>
          </a:xfrm>
          <a:custGeom>
            <a:avLst/>
            <a:gdLst>
              <a:gd name="connsiteX0" fmla="*/ 400784 w 685400"/>
              <a:gd name="connsiteY0" fmla="*/ 0 h 407836"/>
              <a:gd name="connsiteX1" fmla="*/ 685400 w 685400"/>
              <a:gd name="connsiteY1" fmla="*/ 0 h 407836"/>
              <a:gd name="connsiteX2" fmla="*/ 284616 w 685400"/>
              <a:gd name="connsiteY2" fmla="*/ 407836 h 407836"/>
              <a:gd name="connsiteX3" fmla="*/ 0 w 685400"/>
              <a:gd name="connsiteY3" fmla="*/ 407836 h 407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400" h="407836">
                <a:moveTo>
                  <a:pt x="400784" y="0"/>
                </a:moveTo>
                <a:lnTo>
                  <a:pt x="685400" y="0"/>
                </a:lnTo>
                <a:lnTo>
                  <a:pt x="284616" y="407836"/>
                </a:lnTo>
                <a:lnTo>
                  <a:pt x="0" y="407836"/>
                </a:lnTo>
                <a:close/>
              </a:path>
            </a:pathLst>
          </a:custGeom>
          <a:solidFill>
            <a:srgbClr val="70AFCE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14" name="任意形状 65"/>
          <p:cNvSpPr/>
          <p:nvPr userDrawn="1"/>
        </p:nvSpPr>
        <p:spPr>
          <a:xfrm flipH="1">
            <a:off x="3367021" y="943381"/>
            <a:ext cx="915452" cy="186053"/>
          </a:xfrm>
          <a:custGeom>
            <a:avLst/>
            <a:gdLst>
              <a:gd name="connsiteX0" fmla="*/ 0 w 960895"/>
              <a:gd name="connsiteY0" fmla="*/ 147234 h 278970"/>
              <a:gd name="connsiteX1" fmla="*/ 216976 w 960895"/>
              <a:gd name="connsiteY1" fmla="*/ 147234 h 278970"/>
              <a:gd name="connsiteX2" fmla="*/ 309966 w 960895"/>
              <a:gd name="connsiteY2" fmla="*/ 0 h 278970"/>
              <a:gd name="connsiteX3" fmla="*/ 449450 w 960895"/>
              <a:gd name="connsiteY3" fmla="*/ 278970 h 278970"/>
              <a:gd name="connsiteX4" fmla="*/ 557939 w 960895"/>
              <a:gd name="connsiteY4" fmla="*/ 46495 h 278970"/>
              <a:gd name="connsiteX5" fmla="*/ 627681 w 960895"/>
              <a:gd name="connsiteY5" fmla="*/ 193729 h 278970"/>
              <a:gd name="connsiteX6" fmla="*/ 681925 w 960895"/>
              <a:gd name="connsiteY6" fmla="*/ 69743 h 278970"/>
              <a:gd name="connsiteX7" fmla="*/ 720671 w 960895"/>
              <a:gd name="connsiteY7" fmla="*/ 139485 h 278970"/>
              <a:gd name="connsiteX8" fmla="*/ 960895 w 960895"/>
              <a:gd name="connsiteY8" fmla="*/ 139485 h 278970"/>
              <a:gd name="connsiteX0-1" fmla="*/ 0 w 1372642"/>
              <a:gd name="connsiteY0-2" fmla="*/ 147234 h 278970"/>
              <a:gd name="connsiteX1-3" fmla="*/ 216976 w 1372642"/>
              <a:gd name="connsiteY1-4" fmla="*/ 147234 h 278970"/>
              <a:gd name="connsiteX2-5" fmla="*/ 309966 w 1372642"/>
              <a:gd name="connsiteY2-6" fmla="*/ 0 h 278970"/>
              <a:gd name="connsiteX3-7" fmla="*/ 449450 w 1372642"/>
              <a:gd name="connsiteY3-8" fmla="*/ 278970 h 278970"/>
              <a:gd name="connsiteX4-9" fmla="*/ 557939 w 1372642"/>
              <a:gd name="connsiteY4-10" fmla="*/ 46495 h 278970"/>
              <a:gd name="connsiteX5-11" fmla="*/ 627681 w 1372642"/>
              <a:gd name="connsiteY5-12" fmla="*/ 193729 h 278970"/>
              <a:gd name="connsiteX6-13" fmla="*/ 681925 w 1372642"/>
              <a:gd name="connsiteY6-14" fmla="*/ 69743 h 278970"/>
              <a:gd name="connsiteX7-15" fmla="*/ 720671 w 1372642"/>
              <a:gd name="connsiteY7-16" fmla="*/ 139485 h 278970"/>
              <a:gd name="connsiteX8-17" fmla="*/ 1372642 w 1372642"/>
              <a:gd name="connsiteY8-18" fmla="*/ 139485 h 278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72642" h="278970">
                <a:moveTo>
                  <a:pt x="0" y="147234"/>
                </a:moveTo>
                <a:lnTo>
                  <a:pt x="216976" y="147234"/>
                </a:lnTo>
                <a:lnTo>
                  <a:pt x="309966" y="0"/>
                </a:lnTo>
                <a:lnTo>
                  <a:pt x="449450" y="278970"/>
                </a:lnTo>
                <a:lnTo>
                  <a:pt x="557939" y="46495"/>
                </a:lnTo>
                <a:lnTo>
                  <a:pt x="627681" y="193729"/>
                </a:lnTo>
                <a:lnTo>
                  <a:pt x="681925" y="69743"/>
                </a:lnTo>
                <a:lnTo>
                  <a:pt x="720671" y="139485"/>
                </a:lnTo>
                <a:lnTo>
                  <a:pt x="1372642" y="139485"/>
                </a:lnTo>
              </a:path>
            </a:pathLst>
          </a:custGeom>
          <a:noFill/>
          <a:ln w="2540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0" scaled="0"/>
            </a:gra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任意形状 65"/>
          <p:cNvSpPr/>
          <p:nvPr userDrawn="1"/>
        </p:nvSpPr>
        <p:spPr>
          <a:xfrm>
            <a:off x="7809516" y="943381"/>
            <a:ext cx="915452" cy="186053"/>
          </a:xfrm>
          <a:custGeom>
            <a:avLst/>
            <a:gdLst>
              <a:gd name="connsiteX0" fmla="*/ 0 w 960895"/>
              <a:gd name="connsiteY0" fmla="*/ 147234 h 278970"/>
              <a:gd name="connsiteX1" fmla="*/ 216976 w 960895"/>
              <a:gd name="connsiteY1" fmla="*/ 147234 h 278970"/>
              <a:gd name="connsiteX2" fmla="*/ 309966 w 960895"/>
              <a:gd name="connsiteY2" fmla="*/ 0 h 278970"/>
              <a:gd name="connsiteX3" fmla="*/ 449450 w 960895"/>
              <a:gd name="connsiteY3" fmla="*/ 278970 h 278970"/>
              <a:gd name="connsiteX4" fmla="*/ 557939 w 960895"/>
              <a:gd name="connsiteY4" fmla="*/ 46495 h 278970"/>
              <a:gd name="connsiteX5" fmla="*/ 627681 w 960895"/>
              <a:gd name="connsiteY5" fmla="*/ 193729 h 278970"/>
              <a:gd name="connsiteX6" fmla="*/ 681925 w 960895"/>
              <a:gd name="connsiteY6" fmla="*/ 69743 h 278970"/>
              <a:gd name="connsiteX7" fmla="*/ 720671 w 960895"/>
              <a:gd name="connsiteY7" fmla="*/ 139485 h 278970"/>
              <a:gd name="connsiteX8" fmla="*/ 960895 w 960895"/>
              <a:gd name="connsiteY8" fmla="*/ 139485 h 278970"/>
              <a:gd name="connsiteX0-1" fmla="*/ 0 w 1372642"/>
              <a:gd name="connsiteY0-2" fmla="*/ 147234 h 278970"/>
              <a:gd name="connsiteX1-3" fmla="*/ 216976 w 1372642"/>
              <a:gd name="connsiteY1-4" fmla="*/ 147234 h 278970"/>
              <a:gd name="connsiteX2-5" fmla="*/ 309966 w 1372642"/>
              <a:gd name="connsiteY2-6" fmla="*/ 0 h 278970"/>
              <a:gd name="connsiteX3-7" fmla="*/ 449450 w 1372642"/>
              <a:gd name="connsiteY3-8" fmla="*/ 278970 h 278970"/>
              <a:gd name="connsiteX4-9" fmla="*/ 557939 w 1372642"/>
              <a:gd name="connsiteY4-10" fmla="*/ 46495 h 278970"/>
              <a:gd name="connsiteX5-11" fmla="*/ 627681 w 1372642"/>
              <a:gd name="connsiteY5-12" fmla="*/ 193729 h 278970"/>
              <a:gd name="connsiteX6-13" fmla="*/ 681925 w 1372642"/>
              <a:gd name="connsiteY6-14" fmla="*/ 69743 h 278970"/>
              <a:gd name="connsiteX7-15" fmla="*/ 720671 w 1372642"/>
              <a:gd name="connsiteY7-16" fmla="*/ 139485 h 278970"/>
              <a:gd name="connsiteX8-17" fmla="*/ 1372642 w 1372642"/>
              <a:gd name="connsiteY8-18" fmla="*/ 139485 h 2789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372642" h="278970">
                <a:moveTo>
                  <a:pt x="0" y="147234"/>
                </a:moveTo>
                <a:lnTo>
                  <a:pt x="216976" y="147234"/>
                </a:lnTo>
                <a:lnTo>
                  <a:pt x="309966" y="0"/>
                </a:lnTo>
                <a:lnTo>
                  <a:pt x="449450" y="278970"/>
                </a:lnTo>
                <a:lnTo>
                  <a:pt x="557939" y="46495"/>
                </a:lnTo>
                <a:lnTo>
                  <a:pt x="627681" y="193729"/>
                </a:lnTo>
                <a:lnTo>
                  <a:pt x="681925" y="69743"/>
                </a:lnTo>
                <a:lnTo>
                  <a:pt x="720671" y="139485"/>
                </a:lnTo>
                <a:lnTo>
                  <a:pt x="1372642" y="139485"/>
                </a:lnTo>
              </a:path>
            </a:pathLst>
          </a:custGeom>
          <a:noFill/>
          <a:ln w="25400">
            <a:gradFill>
              <a:gsLst>
                <a:gs pos="100000">
                  <a:schemeClr val="accent1">
                    <a:alpha val="0"/>
                  </a:schemeClr>
                </a:gs>
                <a:gs pos="0">
                  <a:schemeClr val="accent1"/>
                </a:gs>
              </a:gsLst>
              <a:lin ang="0" scaled="0"/>
            </a:gradFill>
            <a:head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29.xml"/><Relationship Id="rId3" Type="http://schemas.openxmlformats.org/officeDocument/2006/relationships/image" Target="../media/image26.png"/><Relationship Id="rId2" Type="http://schemas.openxmlformats.org/officeDocument/2006/relationships/tags" Target="../tags/tag28.xml"/><Relationship Id="rId1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2895606" y="2394936"/>
            <a:ext cx="6400800" cy="11074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sz="72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项目</a:t>
            </a:r>
            <a:r>
              <a:rPr lang="zh-CN" altLang="en-US" sz="72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大作业答辩</a:t>
            </a:r>
            <a:endParaRPr lang="zh-CN" altLang="en-US" sz="72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486403" y="3585228"/>
            <a:ext cx="1219200" cy="3689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2400" dirty="0">
                <a:solidFill>
                  <a:srgbClr val="156389"/>
                </a:solidFill>
                <a:latin typeface="+mn-ea"/>
              </a:rPr>
              <a:t>过程部分</a:t>
            </a:r>
            <a:endParaRPr lang="zh-CN" altLang="en-US" sz="2400" dirty="0">
              <a:solidFill>
                <a:srgbClr val="156389"/>
              </a:solidFill>
              <a:latin typeface="+mn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331702" y="4252587"/>
            <a:ext cx="1532236" cy="245745"/>
            <a:chOff x="4095451" y="4640913"/>
            <a:chExt cx="1532236" cy="245745"/>
          </a:xfrm>
        </p:grpSpPr>
        <p:sp>
          <p:nvSpPr>
            <p:cNvPr id="27" name="矩形 26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408487" y="4640913"/>
              <a:ext cx="1219200" cy="24574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汇报人：陈昕</a:t>
              </a:r>
              <a:endParaRPr lang="zh-CN" altLang="en-US" sz="1600" dirty="0">
                <a:solidFill>
                  <a:schemeClr val="accent1">
                    <a:lumMod val="10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590270" y="4252587"/>
            <a:ext cx="922636" cy="245745"/>
            <a:chOff x="4095451" y="4640913"/>
            <a:chExt cx="922636" cy="245745"/>
          </a:xfrm>
        </p:grpSpPr>
        <p:sp>
          <p:nvSpPr>
            <p:cNvPr id="30" name="矩形 29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408487" y="4640913"/>
              <a:ext cx="609600" cy="24574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第</a:t>
              </a:r>
              <a:r>
                <a:rPr lang="en-US" altLang="zh-CN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32</a:t>
              </a:r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组</a:t>
              </a:r>
              <a:endParaRPr lang="en-US" altLang="zh-CN" sz="1600" dirty="0">
                <a:solidFill>
                  <a:schemeClr val="accent1">
                    <a:lumMod val="100000"/>
                  </a:schemeClr>
                </a:solidFill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组合 49"/>
          <p:cNvGrpSpPr/>
          <p:nvPr>
            <p:custDataLst>
              <p:tags r:id="rId1"/>
            </p:custDataLst>
          </p:nvPr>
        </p:nvGrpSpPr>
        <p:grpSpPr>
          <a:xfrm>
            <a:off x="6860997" y="1596352"/>
            <a:ext cx="3295174" cy="623411"/>
            <a:chOff x="805101" y="1589366"/>
            <a:chExt cx="3295174" cy="623411"/>
          </a:xfrm>
        </p:grpSpPr>
        <p:sp>
          <p:nvSpPr>
            <p:cNvPr id="51" name="矩形: 单圆角 50"/>
            <p:cNvSpPr/>
            <p:nvPr>
              <p:custDataLst>
                <p:tags r:id="rId2"/>
              </p:custDataLst>
            </p:nvPr>
          </p:nvSpPr>
          <p:spPr>
            <a:xfrm>
              <a:off x="805101" y="1589366"/>
              <a:ext cx="3295174" cy="623411"/>
            </a:xfrm>
            <a:prstGeom prst="round1Rect">
              <a:avLst>
                <a:gd name="adj" fmla="val 2601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endParaRPr lang="zh-CN" altLang="en-US" sz="5100" dirty="0"/>
            </a:p>
          </p:txBody>
        </p:sp>
        <p:sp>
          <p:nvSpPr>
            <p:cNvPr id="52" name="任意多边形: 形状 51"/>
            <p:cNvSpPr/>
            <p:nvPr>
              <p:custDataLst>
                <p:tags r:id="rId3"/>
              </p:custDataLst>
            </p:nvPr>
          </p:nvSpPr>
          <p:spPr>
            <a:xfrm>
              <a:off x="1505428" y="1589366"/>
              <a:ext cx="576709" cy="623411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5100" dirty="0"/>
            </a:p>
          </p:txBody>
        </p:sp>
        <p:sp>
          <p:nvSpPr>
            <p:cNvPr id="53" name="任意多边形: 形状 52"/>
            <p:cNvSpPr/>
            <p:nvPr>
              <p:custDataLst>
                <p:tags r:id="rId4"/>
              </p:custDataLst>
            </p:nvPr>
          </p:nvSpPr>
          <p:spPr>
            <a:xfrm>
              <a:off x="805102" y="1589366"/>
              <a:ext cx="1248697" cy="623411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5100" dirty="0"/>
            </a:p>
          </p:txBody>
        </p:sp>
        <p:sp>
          <p:nvSpPr>
            <p:cNvPr id="54" name="文本框 53"/>
            <p:cNvSpPr txBox="1"/>
            <p:nvPr>
              <p:custDataLst>
                <p:tags r:id="rId5"/>
              </p:custDataLst>
            </p:nvPr>
          </p:nvSpPr>
          <p:spPr>
            <a:xfrm>
              <a:off x="1164667" y="1665621"/>
              <a:ext cx="436017" cy="470898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en-US" altLang="zh-CN" sz="3060" dirty="0">
                  <a:solidFill>
                    <a:schemeClr val="bg1"/>
                  </a:solidFill>
                </a:rPr>
                <a:t>01</a:t>
              </a:r>
              <a:endParaRPr lang="zh-CN" altLang="en-US" sz="3060" dirty="0">
                <a:solidFill>
                  <a:schemeClr val="bg1"/>
                </a:solidFill>
              </a:endParaRPr>
            </a:p>
          </p:txBody>
        </p:sp>
        <p:sp>
          <p:nvSpPr>
            <p:cNvPr id="55" name="文本框 54"/>
            <p:cNvSpPr txBox="1"/>
            <p:nvPr>
              <p:custDataLst>
                <p:tags r:id="rId6"/>
              </p:custDataLst>
            </p:nvPr>
          </p:nvSpPr>
          <p:spPr>
            <a:xfrm>
              <a:off x="2210813" y="1744104"/>
              <a:ext cx="1041400" cy="313055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2040" b="1" dirty="0">
                  <a:solidFill>
                    <a:schemeClr val="accent1">
                      <a:lumMod val="100000"/>
                    </a:schemeClr>
                  </a:solidFill>
                  <a:latin typeface="+mj-ea"/>
                  <a:ea typeface="+mj-ea"/>
                </a:rPr>
                <a:t>任务分配</a:t>
              </a:r>
              <a:endParaRPr lang="zh-CN" altLang="en-US" sz="204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56" name="组合 55"/>
          <p:cNvGrpSpPr/>
          <p:nvPr>
            <p:custDataLst>
              <p:tags r:id="rId7"/>
            </p:custDataLst>
          </p:nvPr>
        </p:nvGrpSpPr>
        <p:grpSpPr>
          <a:xfrm>
            <a:off x="6860997" y="2534809"/>
            <a:ext cx="3295174" cy="623411"/>
            <a:chOff x="805101" y="1589366"/>
            <a:chExt cx="3295174" cy="623411"/>
          </a:xfrm>
        </p:grpSpPr>
        <p:sp>
          <p:nvSpPr>
            <p:cNvPr id="57" name="矩形: 单圆角 56"/>
            <p:cNvSpPr/>
            <p:nvPr>
              <p:custDataLst>
                <p:tags r:id="rId8"/>
              </p:custDataLst>
            </p:nvPr>
          </p:nvSpPr>
          <p:spPr>
            <a:xfrm>
              <a:off x="805101" y="1589366"/>
              <a:ext cx="3295174" cy="623411"/>
            </a:xfrm>
            <a:prstGeom prst="round1Rect">
              <a:avLst>
                <a:gd name="adj" fmla="val 2601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endParaRPr lang="zh-CN" altLang="en-US" sz="5100" dirty="0"/>
            </a:p>
          </p:txBody>
        </p:sp>
        <p:sp>
          <p:nvSpPr>
            <p:cNvPr id="58" name="任意多边形: 形状 57"/>
            <p:cNvSpPr/>
            <p:nvPr>
              <p:custDataLst>
                <p:tags r:id="rId9"/>
              </p:custDataLst>
            </p:nvPr>
          </p:nvSpPr>
          <p:spPr>
            <a:xfrm>
              <a:off x="1505428" y="1589366"/>
              <a:ext cx="576709" cy="623411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5100" dirty="0"/>
            </a:p>
          </p:txBody>
        </p:sp>
        <p:sp>
          <p:nvSpPr>
            <p:cNvPr id="59" name="任意多边形: 形状 58"/>
            <p:cNvSpPr/>
            <p:nvPr>
              <p:custDataLst>
                <p:tags r:id="rId10"/>
              </p:custDataLst>
            </p:nvPr>
          </p:nvSpPr>
          <p:spPr>
            <a:xfrm>
              <a:off x="805102" y="1589366"/>
              <a:ext cx="1248697" cy="623411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5100" dirty="0"/>
            </a:p>
          </p:txBody>
        </p:sp>
        <p:sp>
          <p:nvSpPr>
            <p:cNvPr id="60" name="文本框 59"/>
            <p:cNvSpPr txBox="1"/>
            <p:nvPr>
              <p:custDataLst>
                <p:tags r:id="rId11"/>
              </p:custDataLst>
            </p:nvPr>
          </p:nvSpPr>
          <p:spPr>
            <a:xfrm>
              <a:off x="1164667" y="1665621"/>
              <a:ext cx="436017" cy="470898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en-US" altLang="zh-CN" sz="3060" dirty="0">
                  <a:solidFill>
                    <a:schemeClr val="bg1"/>
                  </a:solidFill>
                </a:rPr>
                <a:t>02</a:t>
              </a:r>
              <a:endParaRPr lang="zh-CN" altLang="en-US" sz="3060" dirty="0">
                <a:solidFill>
                  <a:schemeClr val="bg1"/>
                </a:solidFill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2"/>
              </p:custDataLst>
            </p:nvPr>
          </p:nvSpPr>
          <p:spPr>
            <a:xfrm>
              <a:off x="2210813" y="1744104"/>
              <a:ext cx="1041400" cy="313055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2040" b="1" dirty="0">
                  <a:solidFill>
                    <a:schemeClr val="accent1">
                      <a:lumMod val="100000"/>
                    </a:schemeClr>
                  </a:solidFill>
                  <a:latin typeface="+mj-ea"/>
                  <a:ea typeface="+mj-ea"/>
                </a:rPr>
                <a:t>交流过程</a:t>
              </a:r>
              <a:endParaRPr lang="zh-CN" altLang="en-US" sz="204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62" name="组合 61"/>
          <p:cNvGrpSpPr/>
          <p:nvPr>
            <p:custDataLst>
              <p:tags r:id="rId13"/>
            </p:custDataLst>
          </p:nvPr>
        </p:nvGrpSpPr>
        <p:grpSpPr>
          <a:xfrm>
            <a:off x="6860997" y="3472631"/>
            <a:ext cx="3295174" cy="623411"/>
            <a:chOff x="805101" y="1589366"/>
            <a:chExt cx="3295174" cy="623411"/>
          </a:xfrm>
        </p:grpSpPr>
        <p:sp>
          <p:nvSpPr>
            <p:cNvPr id="63" name="矩形: 单圆角 62"/>
            <p:cNvSpPr/>
            <p:nvPr>
              <p:custDataLst>
                <p:tags r:id="rId14"/>
              </p:custDataLst>
            </p:nvPr>
          </p:nvSpPr>
          <p:spPr>
            <a:xfrm>
              <a:off x="805101" y="1589366"/>
              <a:ext cx="3295174" cy="623411"/>
            </a:xfrm>
            <a:prstGeom prst="round1Rect">
              <a:avLst>
                <a:gd name="adj" fmla="val 2601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endParaRPr lang="zh-CN" altLang="en-US" sz="5100" dirty="0"/>
            </a:p>
          </p:txBody>
        </p:sp>
        <p:sp>
          <p:nvSpPr>
            <p:cNvPr id="64" name="任意多边形: 形状 63"/>
            <p:cNvSpPr/>
            <p:nvPr>
              <p:custDataLst>
                <p:tags r:id="rId15"/>
              </p:custDataLst>
            </p:nvPr>
          </p:nvSpPr>
          <p:spPr>
            <a:xfrm>
              <a:off x="1505428" y="1589366"/>
              <a:ext cx="576709" cy="623411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5100" dirty="0"/>
            </a:p>
          </p:txBody>
        </p:sp>
        <p:sp>
          <p:nvSpPr>
            <p:cNvPr id="65" name="任意多边形: 形状 64"/>
            <p:cNvSpPr/>
            <p:nvPr>
              <p:custDataLst>
                <p:tags r:id="rId16"/>
              </p:custDataLst>
            </p:nvPr>
          </p:nvSpPr>
          <p:spPr>
            <a:xfrm>
              <a:off x="805102" y="1589366"/>
              <a:ext cx="1248697" cy="623411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5100" dirty="0"/>
            </a:p>
          </p:txBody>
        </p:sp>
        <p:sp>
          <p:nvSpPr>
            <p:cNvPr id="66" name="文本框 65"/>
            <p:cNvSpPr txBox="1"/>
            <p:nvPr>
              <p:custDataLst>
                <p:tags r:id="rId17"/>
              </p:custDataLst>
            </p:nvPr>
          </p:nvSpPr>
          <p:spPr>
            <a:xfrm>
              <a:off x="1164667" y="1665621"/>
              <a:ext cx="436017" cy="470898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en-US" altLang="zh-CN" sz="3060" dirty="0">
                  <a:solidFill>
                    <a:schemeClr val="bg1"/>
                  </a:solidFill>
                </a:rPr>
                <a:t>03</a:t>
              </a:r>
              <a:endParaRPr lang="zh-CN" altLang="en-US" sz="3060" dirty="0">
                <a:solidFill>
                  <a:schemeClr val="bg1"/>
                </a:solidFill>
              </a:endParaRPr>
            </a:p>
          </p:txBody>
        </p:sp>
        <p:sp>
          <p:nvSpPr>
            <p:cNvPr id="67" name="文本框 66"/>
            <p:cNvSpPr txBox="1"/>
            <p:nvPr>
              <p:custDataLst>
                <p:tags r:id="rId18"/>
              </p:custDataLst>
            </p:nvPr>
          </p:nvSpPr>
          <p:spPr>
            <a:xfrm>
              <a:off x="2210813" y="1744104"/>
              <a:ext cx="1041400" cy="313055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2040" b="1" dirty="0">
                  <a:solidFill>
                    <a:schemeClr val="accent1">
                      <a:lumMod val="100000"/>
                    </a:schemeClr>
                  </a:solidFill>
                  <a:latin typeface="+mj-ea"/>
                  <a:ea typeface="+mj-ea"/>
                </a:rPr>
                <a:t>开发工具</a:t>
              </a:r>
              <a:endParaRPr lang="zh-CN" altLang="en-US" sz="204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68" name="组合 67"/>
          <p:cNvGrpSpPr/>
          <p:nvPr>
            <p:custDataLst>
              <p:tags r:id="rId19"/>
            </p:custDataLst>
          </p:nvPr>
        </p:nvGrpSpPr>
        <p:grpSpPr>
          <a:xfrm>
            <a:off x="6860997" y="4409818"/>
            <a:ext cx="3295174" cy="623411"/>
            <a:chOff x="805101" y="1589366"/>
            <a:chExt cx="3295174" cy="623411"/>
          </a:xfrm>
        </p:grpSpPr>
        <p:sp>
          <p:nvSpPr>
            <p:cNvPr id="69" name="矩形: 单圆角 68"/>
            <p:cNvSpPr/>
            <p:nvPr>
              <p:custDataLst>
                <p:tags r:id="rId20"/>
              </p:custDataLst>
            </p:nvPr>
          </p:nvSpPr>
          <p:spPr>
            <a:xfrm>
              <a:off x="805101" y="1589366"/>
              <a:ext cx="3295174" cy="623411"/>
            </a:xfrm>
            <a:prstGeom prst="round1Rect">
              <a:avLst>
                <a:gd name="adj" fmla="val 2601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7724" tIns="38862" rIns="77724" bIns="38862" rtlCol="0" anchor="ctr"/>
            <a:lstStyle/>
            <a:p>
              <a:pPr algn="ctr"/>
              <a:endParaRPr lang="zh-CN" altLang="en-US" sz="5100" dirty="0"/>
            </a:p>
          </p:txBody>
        </p:sp>
        <p:sp>
          <p:nvSpPr>
            <p:cNvPr id="70" name="任意多边形: 形状 69"/>
            <p:cNvSpPr/>
            <p:nvPr>
              <p:custDataLst>
                <p:tags r:id="rId21"/>
              </p:custDataLst>
            </p:nvPr>
          </p:nvSpPr>
          <p:spPr>
            <a:xfrm>
              <a:off x="1505428" y="1589366"/>
              <a:ext cx="576709" cy="623411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5100" dirty="0"/>
            </a:p>
          </p:txBody>
        </p:sp>
        <p:sp>
          <p:nvSpPr>
            <p:cNvPr id="71" name="任意多边形: 形状 70"/>
            <p:cNvSpPr/>
            <p:nvPr>
              <p:custDataLst>
                <p:tags r:id="rId22"/>
              </p:custDataLst>
            </p:nvPr>
          </p:nvSpPr>
          <p:spPr>
            <a:xfrm>
              <a:off x="805102" y="1589366"/>
              <a:ext cx="1248697" cy="623411"/>
            </a:xfrm>
            <a:custGeom>
              <a:avLst/>
              <a:gdLst>
                <a:gd name="connsiteX0" fmla="*/ 0 w 1469055"/>
                <a:gd name="connsiteY0" fmla="*/ 0 h 733425"/>
                <a:gd name="connsiteX1" fmla="*/ 1469055 w 1469055"/>
                <a:gd name="connsiteY1" fmla="*/ 0 h 733425"/>
                <a:gd name="connsiteX2" fmla="*/ 1285699 w 1469055"/>
                <a:gd name="connsiteY2" fmla="*/ 733425 h 733425"/>
                <a:gd name="connsiteX3" fmla="*/ 0 w 1469055"/>
                <a:gd name="connsiteY3" fmla="*/ 733425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69055" h="733425">
                  <a:moveTo>
                    <a:pt x="0" y="0"/>
                  </a:moveTo>
                  <a:lnTo>
                    <a:pt x="1469055" y="0"/>
                  </a:lnTo>
                  <a:lnTo>
                    <a:pt x="1285699" y="733425"/>
                  </a:lnTo>
                  <a:lnTo>
                    <a:pt x="0" y="73342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7724" tIns="38862" rIns="77724" bIns="38862" rtlCol="0" anchor="ctr">
              <a:noAutofit/>
            </a:bodyPr>
            <a:lstStyle/>
            <a:p>
              <a:pPr algn="ctr"/>
              <a:endParaRPr lang="zh-CN" altLang="en-US" sz="5100" dirty="0"/>
            </a:p>
          </p:txBody>
        </p:sp>
        <p:sp>
          <p:nvSpPr>
            <p:cNvPr id="72" name="文本框 71"/>
            <p:cNvSpPr txBox="1"/>
            <p:nvPr>
              <p:custDataLst>
                <p:tags r:id="rId23"/>
              </p:custDataLst>
            </p:nvPr>
          </p:nvSpPr>
          <p:spPr>
            <a:xfrm>
              <a:off x="1164667" y="1665621"/>
              <a:ext cx="436017" cy="470898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en-US" altLang="zh-CN" sz="3060" dirty="0">
                  <a:solidFill>
                    <a:schemeClr val="bg1"/>
                  </a:solidFill>
                </a:rPr>
                <a:t>04</a:t>
              </a:r>
              <a:endParaRPr lang="zh-CN" altLang="en-US" sz="3060" dirty="0">
                <a:solidFill>
                  <a:schemeClr val="bg1"/>
                </a:solidFill>
              </a:endParaRPr>
            </a:p>
          </p:txBody>
        </p:sp>
        <p:sp>
          <p:nvSpPr>
            <p:cNvPr id="73" name="文本框 72"/>
            <p:cNvSpPr txBox="1"/>
            <p:nvPr>
              <p:custDataLst>
                <p:tags r:id="rId24"/>
              </p:custDataLst>
            </p:nvPr>
          </p:nvSpPr>
          <p:spPr>
            <a:xfrm>
              <a:off x="2210813" y="1744104"/>
              <a:ext cx="1041400" cy="313055"/>
            </a:xfrm>
            <a:prstGeom prst="rect">
              <a:avLst/>
            </a:prstGeom>
            <a:noFill/>
            <a:effectLst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2040" b="1" dirty="0">
                  <a:solidFill>
                    <a:schemeClr val="accent1">
                      <a:lumMod val="100000"/>
                    </a:schemeClr>
                  </a:solidFill>
                  <a:latin typeface="+mj-ea"/>
                  <a:ea typeface="+mj-ea"/>
                </a:rPr>
                <a:t>分数分配</a:t>
              </a:r>
              <a:endParaRPr lang="zh-CN" altLang="en-US" sz="2040" b="1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5256027" y="1840933"/>
            <a:ext cx="1679947" cy="17697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1500" b="1" dirty="0">
                <a:solidFill>
                  <a:schemeClr val="accent1"/>
                </a:solidFill>
                <a:latin typeface="+mj-ea"/>
                <a:ea typeface="+mj-ea"/>
                <a:cs typeface="Alibaba PuHuiTi B" pitchFamily="18" charset="-122"/>
              </a:rPr>
              <a:t>01</a:t>
            </a:r>
            <a:endParaRPr kumimoji="1" lang="zh-CN" altLang="en-US" sz="11500" b="1" dirty="0">
              <a:solidFill>
                <a:schemeClr val="accent1"/>
              </a:solidFill>
              <a:latin typeface="+mj-ea"/>
              <a:ea typeface="+mj-ea"/>
              <a:cs typeface="Alibaba PuHuiTi B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419694" y="3555218"/>
            <a:ext cx="3352800" cy="1015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zh-CN" altLang="en-US" sz="6600" dirty="0">
                <a:solidFill>
                  <a:schemeClr val="accent1"/>
                </a:solidFill>
                <a:latin typeface="+mj-ea"/>
                <a:ea typeface="+mj-ea"/>
              </a:rPr>
              <a:t>任务分配</a:t>
            </a:r>
            <a:endParaRPr kumimoji="1" lang="zh-CN" altLang="en-US" sz="6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515" y="3354070"/>
            <a:ext cx="3246120" cy="14097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090" y="1525270"/>
            <a:ext cx="3329940" cy="182880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274945" y="774700"/>
            <a:ext cx="1633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实验文档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35553" y="3171021"/>
            <a:ext cx="162095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正式</a:t>
            </a:r>
            <a:endParaRPr lang="en-US" altLang="zh-CN" sz="28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调研阶段</a:t>
            </a:r>
            <a:endParaRPr lang="zh-CN" altLang="en-US" sz="28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275" y="1659255"/>
            <a:ext cx="3947160" cy="46482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5150" y="1296670"/>
            <a:ext cx="3246120" cy="121158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7155" y="2292985"/>
            <a:ext cx="3817620" cy="214122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8435" y="1403985"/>
            <a:ext cx="3634740" cy="426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5274945" y="774700"/>
            <a:ext cx="16338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项目推进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35553" y="3171021"/>
            <a:ext cx="162095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正式</a:t>
            </a:r>
            <a:endParaRPr lang="en-US" altLang="zh-CN" sz="28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  <a:p>
            <a:pPr algn="ctr"/>
            <a:r>
              <a:rPr lang="zh-CN" altLang="en-US" sz="28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调研阶段</a:t>
            </a:r>
            <a:endParaRPr lang="zh-CN" altLang="en-US" sz="28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745" y="1296670"/>
            <a:ext cx="3368040" cy="33147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585" y="2595245"/>
            <a:ext cx="3429000" cy="32537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785" y="1046480"/>
            <a:ext cx="3924300" cy="31699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970" y="1046480"/>
            <a:ext cx="3688080" cy="22250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0670" y="2461895"/>
            <a:ext cx="3733800" cy="4000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5199921" y="1840933"/>
            <a:ext cx="1792158" cy="17697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1500" b="1" dirty="0">
                <a:solidFill>
                  <a:schemeClr val="accent1"/>
                </a:solidFill>
                <a:latin typeface="+mj-ea"/>
                <a:ea typeface="+mj-ea"/>
                <a:cs typeface="Alibaba PuHuiTi B" pitchFamily="18" charset="-122"/>
              </a:rPr>
              <a:t>02</a:t>
            </a:r>
            <a:endParaRPr kumimoji="1" lang="zh-CN" altLang="en-US" sz="11500" b="1" dirty="0">
              <a:solidFill>
                <a:schemeClr val="accent1"/>
              </a:solidFill>
              <a:latin typeface="+mj-ea"/>
              <a:ea typeface="+mj-ea"/>
              <a:cs typeface="Alibaba PuHuiTi B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419694" y="3555218"/>
            <a:ext cx="3352800" cy="1015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zh-CN" altLang="en-US" sz="6600" dirty="0">
                <a:solidFill>
                  <a:schemeClr val="accent1"/>
                </a:solidFill>
                <a:latin typeface="+mj-ea"/>
                <a:ea typeface="+mj-ea"/>
              </a:rPr>
              <a:t>交流过程</a:t>
            </a:r>
            <a:endParaRPr kumimoji="1" lang="zh-CN" altLang="en-US" sz="6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5239385" y="774700"/>
            <a:ext cx="17138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交流讨论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3" name="图片 2" descr="17505017354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045" y="368935"/>
            <a:ext cx="664210" cy="60217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34210" y="1062355"/>
            <a:ext cx="659765" cy="4904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此</a:t>
            </a:r>
            <a:endParaRPr lang="zh-CN" altLang="en-US"/>
          </a:p>
          <a:p>
            <a:r>
              <a:rPr lang="zh-CN" altLang="en-US"/>
              <a:t>截</a:t>
            </a:r>
            <a:endParaRPr lang="zh-CN" altLang="en-US"/>
          </a:p>
          <a:p>
            <a:r>
              <a:rPr lang="zh-CN" altLang="en-US"/>
              <a:t>图</a:t>
            </a:r>
            <a:endParaRPr lang="zh-CN" altLang="en-US"/>
          </a:p>
          <a:p>
            <a:r>
              <a:rPr lang="zh-CN" altLang="en-US"/>
              <a:t>仅</a:t>
            </a:r>
            <a:endParaRPr lang="zh-CN" altLang="en-US"/>
          </a:p>
          <a:p>
            <a:r>
              <a:rPr lang="zh-CN" altLang="en-US"/>
              <a:t>展</a:t>
            </a:r>
            <a:endParaRPr lang="zh-CN" altLang="en-US"/>
          </a:p>
          <a:p>
            <a:r>
              <a:rPr lang="zh-CN" altLang="en-US"/>
              <a:t>示</a:t>
            </a:r>
            <a:endParaRPr lang="zh-CN" altLang="en-US"/>
          </a:p>
          <a:p>
            <a:r>
              <a:rPr lang="zh-CN" altLang="en-US"/>
              <a:t>一</a:t>
            </a:r>
            <a:endParaRPr lang="zh-CN" altLang="en-US"/>
          </a:p>
          <a:p>
            <a:r>
              <a:rPr lang="zh-CN" altLang="en-US"/>
              <a:t>小</a:t>
            </a:r>
            <a:endParaRPr lang="zh-CN" altLang="en-US"/>
          </a:p>
          <a:p>
            <a:r>
              <a:rPr lang="zh-CN" altLang="en-US"/>
              <a:t>部</a:t>
            </a:r>
            <a:endParaRPr lang="zh-CN" altLang="en-US"/>
          </a:p>
          <a:p>
            <a:r>
              <a:rPr lang="zh-CN" altLang="en-US"/>
              <a:t>分</a:t>
            </a:r>
            <a:endParaRPr lang="zh-CN" altLang="en-US"/>
          </a:p>
          <a:p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实</a:t>
            </a:r>
            <a:endParaRPr lang="zh-CN" altLang="en-US"/>
          </a:p>
          <a:p>
            <a:r>
              <a:rPr lang="zh-CN" altLang="en-US"/>
              <a:t>际</a:t>
            </a:r>
            <a:endParaRPr lang="zh-CN" altLang="en-US"/>
          </a:p>
          <a:p>
            <a:r>
              <a:rPr lang="zh-CN" altLang="en-US"/>
              <a:t>交</a:t>
            </a:r>
            <a:endParaRPr lang="zh-CN" altLang="en-US"/>
          </a:p>
          <a:p>
            <a:r>
              <a:rPr lang="zh-CN" altLang="en-US"/>
              <a:t>流</a:t>
            </a:r>
            <a:endParaRPr lang="zh-CN" altLang="en-US"/>
          </a:p>
          <a:p>
            <a:r>
              <a:rPr lang="zh-CN" altLang="en-US"/>
              <a:t>记</a:t>
            </a:r>
            <a:endParaRPr lang="zh-CN" altLang="en-US"/>
          </a:p>
          <a:p>
            <a:r>
              <a:rPr lang="zh-CN" altLang="en-US"/>
              <a:t>录</a:t>
            </a:r>
            <a:r>
              <a:rPr lang="en-US" altLang="zh-CN"/>
              <a:t>999+</a:t>
            </a:r>
            <a:endParaRPr lang="en-US" altLang="zh-CN"/>
          </a:p>
        </p:txBody>
      </p:sp>
      <p:sp>
        <p:nvSpPr>
          <p:cNvPr id="5" name="右箭头 4"/>
          <p:cNvSpPr/>
          <p:nvPr/>
        </p:nvSpPr>
        <p:spPr>
          <a:xfrm>
            <a:off x="2726690" y="2550795"/>
            <a:ext cx="2520950" cy="1640840"/>
          </a:xfrm>
          <a:prstGeom prst="rightArrow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173095" y="3137535"/>
            <a:ext cx="1445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具体过程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矩形: 圆角 4"/>
          <p:cNvSpPr/>
          <p:nvPr>
            <p:custDataLst>
              <p:tags r:id="rId2"/>
            </p:custDataLst>
          </p:nvPr>
        </p:nvSpPr>
        <p:spPr>
          <a:xfrm>
            <a:off x="5521960" y="1650365"/>
            <a:ext cx="4227195" cy="900430"/>
          </a:xfrm>
          <a:prstGeom prst="roundRect">
            <a:avLst>
              <a:gd name="adj" fmla="val 1199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矩形: 圆角 4"/>
          <p:cNvSpPr/>
          <p:nvPr>
            <p:custDataLst>
              <p:tags r:id="rId3"/>
            </p:custDataLst>
          </p:nvPr>
        </p:nvSpPr>
        <p:spPr>
          <a:xfrm>
            <a:off x="5521960" y="3051175"/>
            <a:ext cx="4227195" cy="900430"/>
          </a:xfrm>
          <a:prstGeom prst="roundRect">
            <a:avLst>
              <a:gd name="adj" fmla="val 1199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矩形: 圆角 4"/>
          <p:cNvSpPr/>
          <p:nvPr>
            <p:custDataLst>
              <p:tags r:id="rId4"/>
            </p:custDataLst>
          </p:nvPr>
        </p:nvSpPr>
        <p:spPr>
          <a:xfrm>
            <a:off x="5521960" y="4451350"/>
            <a:ext cx="4227195" cy="900430"/>
          </a:xfrm>
          <a:prstGeom prst="roundRect">
            <a:avLst>
              <a:gd name="adj" fmla="val 11994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endParaRPr lang="zh-CN" altLang="en-US" sz="160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62015" y="331660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·</a:t>
            </a:r>
            <a:r>
              <a:rPr lang="zh-CN" altLang="en-US" sz="2400"/>
              <a:t>针对工具</a:t>
            </a:r>
            <a:endParaRPr lang="zh-CN" altLang="en-US" sz="2400"/>
          </a:p>
        </p:txBody>
      </p:sp>
      <p:sp>
        <p:nvSpPr>
          <p:cNvPr id="12" name="文本框 11"/>
          <p:cNvSpPr txBox="1"/>
          <p:nvPr/>
        </p:nvSpPr>
        <p:spPr>
          <a:xfrm>
            <a:off x="5962015" y="471678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solidFill>
                  <a:schemeClr val="tx1"/>
                </a:solidFill>
              </a:rPr>
              <a:t>·</a:t>
            </a:r>
            <a:r>
              <a:rPr lang="zh-CN" altLang="en-US" sz="2400">
                <a:solidFill>
                  <a:schemeClr val="tx1"/>
                </a:solidFill>
              </a:rPr>
              <a:t>其他问题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62015" y="191643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·</a:t>
            </a:r>
            <a:r>
              <a:rPr lang="zh-CN" altLang="en-US" sz="2400"/>
              <a:t>针对任务</a:t>
            </a:r>
            <a:endParaRPr lang="zh-CN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5239385" y="774700"/>
            <a:ext cx="17138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针对任务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355" y="1296670"/>
            <a:ext cx="3459480" cy="38195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845" y="2179320"/>
            <a:ext cx="4389120" cy="38252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535" y="1296670"/>
            <a:ext cx="5113020" cy="24841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515" y="1440180"/>
            <a:ext cx="3749040" cy="456438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5"/>
          <a:stretch>
            <a:fillRect/>
          </a:stretch>
        </p:blipFill>
        <p:spPr>
          <a:xfrm>
            <a:off x="6323965" y="1296670"/>
            <a:ext cx="3792855" cy="42183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4775" y="2298065"/>
            <a:ext cx="3712845" cy="3860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5239385" y="774700"/>
            <a:ext cx="17138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其他交流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70" y="1496695"/>
            <a:ext cx="3091180" cy="35134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225" y="2199640"/>
            <a:ext cx="4266565" cy="35985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300" y="2069465"/>
            <a:ext cx="3162300" cy="35058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10" y="1360170"/>
            <a:ext cx="4137660" cy="37871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4950" y="1496695"/>
            <a:ext cx="2613660" cy="319278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044950" y="5147310"/>
            <a:ext cx="661035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7200" b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贫穷但相互信任</a:t>
            </a:r>
            <a:endParaRPr lang="zh-CN" altLang="en-US" sz="7200" b="1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5199921" y="1840933"/>
            <a:ext cx="1792158" cy="17697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1500" b="1" dirty="0">
                <a:solidFill>
                  <a:schemeClr val="accent1"/>
                </a:solidFill>
                <a:latin typeface="+mj-ea"/>
                <a:ea typeface="+mj-ea"/>
                <a:cs typeface="Alibaba PuHuiTi B" pitchFamily="18" charset="-122"/>
              </a:rPr>
              <a:t>03</a:t>
            </a:r>
            <a:endParaRPr kumimoji="1" lang="zh-CN" altLang="en-US" sz="11500" b="1" dirty="0">
              <a:solidFill>
                <a:schemeClr val="accent1"/>
              </a:solidFill>
              <a:latin typeface="+mj-ea"/>
              <a:ea typeface="+mj-ea"/>
              <a:cs typeface="Alibaba PuHuiTi B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419694" y="3555218"/>
            <a:ext cx="3352800" cy="1015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zh-CN" altLang="en-US" sz="6600" dirty="0">
                <a:solidFill>
                  <a:schemeClr val="accent1"/>
                </a:solidFill>
                <a:latin typeface="+mj-ea"/>
                <a:ea typeface="+mj-ea"/>
              </a:rPr>
              <a:t>开发工具</a:t>
            </a:r>
            <a:endParaRPr kumimoji="1" lang="zh-CN" altLang="en-US" sz="6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5284470" y="773430"/>
            <a:ext cx="16236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1"/>
                </a:solidFill>
                <a:latin typeface="+mj-ea"/>
                <a:ea typeface="+mj-ea"/>
              </a:rPr>
              <a:t>github</a:t>
            </a:r>
            <a:endParaRPr kumimoji="1" lang="en-US" altLang="zh-CN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795520" y="4935547"/>
            <a:ext cx="615553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关键词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95520" y="4105821"/>
            <a:ext cx="615553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关键词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795520" y="3176181"/>
            <a:ext cx="615553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关键词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795520" y="2254161"/>
            <a:ext cx="615553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关键词</a:t>
            </a:r>
            <a:endParaRPr lang="zh-CN" altLang="en-US" sz="1600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8020" y="1457325"/>
            <a:ext cx="3162300" cy="3162300"/>
          </a:xfrm>
          <a:prstGeom prst="rect">
            <a:avLst/>
          </a:prstGeom>
        </p:spPr>
      </p:pic>
      <p:sp>
        <p:nvSpPr>
          <p:cNvPr id="3" name="文本框 31"/>
          <p:cNvSpPr txBox="1"/>
          <p:nvPr>
            <p:custDataLst>
              <p:tags r:id="rId2"/>
            </p:custDataLst>
          </p:nvPr>
        </p:nvSpPr>
        <p:spPr>
          <a:xfrm>
            <a:off x="2033270" y="4844415"/>
            <a:ext cx="2677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6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分别创建</a:t>
            </a:r>
            <a:r>
              <a:rPr lang="zh-CN" altLang="en-US" sz="16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前后端</a:t>
            </a:r>
            <a:r>
              <a:rPr lang="zh-CN" altLang="en-US" sz="16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仓库</a:t>
            </a:r>
            <a:endParaRPr lang="zh-CN" altLang="en-US" sz="16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>
            <a:off x="5998845" y="1457325"/>
            <a:ext cx="10795" cy="40747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165" y="1457325"/>
            <a:ext cx="3442335" cy="3175635"/>
          </a:xfrm>
          <a:prstGeom prst="rect">
            <a:avLst/>
          </a:prstGeom>
        </p:spPr>
      </p:pic>
      <p:sp>
        <p:nvSpPr>
          <p:cNvPr id="6" name="文本框 31"/>
          <p:cNvSpPr txBox="1"/>
          <p:nvPr>
            <p:custDataLst>
              <p:tags r:id="rId4"/>
            </p:custDataLst>
          </p:nvPr>
        </p:nvSpPr>
        <p:spPr>
          <a:xfrm>
            <a:off x="6908165" y="4632960"/>
            <a:ext cx="2994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6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*</a:t>
            </a:r>
            <a:r>
              <a:rPr lang="zh-CN" altLang="en-US" sz="16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自上而下分别为：</a:t>
            </a:r>
            <a:r>
              <a:rPr lang="en-US" altLang="zh-CN" sz="16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  </a:t>
            </a:r>
            <a:endParaRPr lang="zh-CN" altLang="en-US" sz="16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  <a:p>
            <a:pPr algn="l"/>
            <a:r>
              <a:rPr lang="zh-CN" altLang="en-US" sz="16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杜宇宇、陈昕、张弛、邓思源</a:t>
            </a:r>
            <a:endParaRPr lang="zh-CN" altLang="en-US" sz="1600" b="1" dirty="0">
              <a:solidFill>
                <a:schemeClr val="accent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924425" y="774700"/>
            <a:ext cx="23431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前端开发过程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940" y="1296670"/>
            <a:ext cx="8054340" cy="39166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185" y="1727200"/>
            <a:ext cx="8130540" cy="422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924425" y="774700"/>
            <a:ext cx="23431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后端开发过程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355" y="1296670"/>
            <a:ext cx="8069580" cy="40005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415" y="1767840"/>
            <a:ext cx="7962900" cy="419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4858385" y="774700"/>
            <a:ext cx="24745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飞书共享文档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980" y="1296670"/>
            <a:ext cx="3002280" cy="432054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650" y="1296670"/>
            <a:ext cx="2552700" cy="489966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105" y="1296670"/>
            <a:ext cx="2994660" cy="486156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5775" y="1660525"/>
            <a:ext cx="2499360" cy="13335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0310" y="2994025"/>
            <a:ext cx="2636520" cy="2667000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5199921" y="1840933"/>
            <a:ext cx="1792157" cy="17697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en-US" altLang="zh-CN" sz="11500" b="1" dirty="0">
                <a:solidFill>
                  <a:schemeClr val="accent1"/>
                </a:solidFill>
                <a:latin typeface="+mj-ea"/>
                <a:ea typeface="+mj-ea"/>
                <a:cs typeface="Alibaba PuHuiTi B" pitchFamily="18" charset="-122"/>
              </a:rPr>
              <a:t>04</a:t>
            </a:r>
            <a:endParaRPr kumimoji="1" lang="zh-CN" altLang="en-US" sz="11500" b="1" dirty="0">
              <a:solidFill>
                <a:schemeClr val="accent1"/>
              </a:solidFill>
              <a:latin typeface="+mj-ea"/>
              <a:ea typeface="+mj-ea"/>
              <a:cs typeface="Alibaba PuHuiTi B" pitchFamily="18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419694" y="3555218"/>
            <a:ext cx="3352800" cy="10153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kumimoji="1" lang="zh-CN" altLang="en-US" sz="6600" dirty="0">
                <a:solidFill>
                  <a:schemeClr val="accent1"/>
                </a:solidFill>
                <a:latin typeface="+mj-ea"/>
                <a:ea typeface="+mj-ea"/>
              </a:rPr>
              <a:t>分数分配</a:t>
            </a:r>
            <a:endParaRPr kumimoji="1" lang="zh-CN" altLang="en-US" sz="6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5239385" y="774700"/>
            <a:ext cx="17138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  <a:latin typeface="+mj-ea"/>
                <a:ea typeface="+mj-ea"/>
              </a:rPr>
              <a:t>分数分配</a:t>
            </a:r>
            <a:endParaRPr kumimoji="1" lang="zh-CN" altLang="en-US" sz="2800" b="1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007995" y="2829560"/>
            <a:ext cx="617601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72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 : 1 : 1 : 1</a:t>
            </a:r>
            <a:endParaRPr lang="zh-CN" altLang="en-US" sz="72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/>
        </p:nvSpPr>
        <p:spPr>
          <a:xfrm>
            <a:off x="4267209" y="2394936"/>
            <a:ext cx="3657600" cy="11074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/>
            <a:r>
              <a:rPr lang="zh-CN" altLang="en-US" sz="7200" dirty="0">
                <a:solidFill>
                  <a:schemeClr val="accent1">
                    <a:lumMod val="100000"/>
                  </a:schemeClr>
                </a:solidFill>
                <a:latin typeface="+mj-ea"/>
                <a:ea typeface="+mj-ea"/>
              </a:rPr>
              <a:t>感谢观看</a:t>
            </a:r>
            <a:endParaRPr lang="zh-CN" altLang="en-US" sz="7200" dirty="0">
              <a:solidFill>
                <a:schemeClr val="accent1">
                  <a:lumMod val="100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331702" y="4252587"/>
            <a:ext cx="1532236" cy="245745"/>
            <a:chOff x="4095451" y="4640913"/>
            <a:chExt cx="1532236" cy="245745"/>
          </a:xfrm>
        </p:grpSpPr>
        <p:sp>
          <p:nvSpPr>
            <p:cNvPr id="27" name="矩形 26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4408487" y="4640913"/>
              <a:ext cx="1219200" cy="24574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汇报人：陈昕</a:t>
              </a:r>
              <a:endParaRPr lang="zh-CN" altLang="en-US" sz="1600" dirty="0">
                <a:solidFill>
                  <a:schemeClr val="accent1">
                    <a:lumMod val="100000"/>
                  </a:schemeClr>
                </a:solidFill>
                <a:latin typeface="+mn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590270" y="4252587"/>
            <a:ext cx="922636" cy="245745"/>
            <a:chOff x="4095451" y="4640913"/>
            <a:chExt cx="922636" cy="245745"/>
          </a:xfrm>
        </p:grpSpPr>
        <p:sp>
          <p:nvSpPr>
            <p:cNvPr id="30" name="矩形 29"/>
            <p:cNvSpPr/>
            <p:nvPr/>
          </p:nvSpPr>
          <p:spPr>
            <a:xfrm>
              <a:off x="4095451" y="4672584"/>
              <a:ext cx="164592" cy="164592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6000" dirty="0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4408487" y="4640913"/>
              <a:ext cx="609600" cy="24574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zh-CN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第</a:t>
              </a:r>
              <a:r>
                <a:rPr lang="en-US" altLang="zh-CN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32</a:t>
              </a:r>
              <a:r>
                <a:rPr lang="zh-CN" altLang="en-US" sz="1600" dirty="0">
                  <a:solidFill>
                    <a:schemeClr val="accent1">
                      <a:lumMod val="100000"/>
                    </a:schemeClr>
                  </a:solidFill>
                  <a:latin typeface="+mn-ea"/>
                </a:rPr>
                <a:t>组</a:t>
              </a:r>
              <a:endParaRPr lang="zh-CN" altLang="en-US" sz="1600" dirty="0">
                <a:solidFill>
                  <a:schemeClr val="accent1">
                    <a:lumMod val="100000"/>
                  </a:schemeClr>
                </a:solidFill>
                <a:latin typeface="+mn-ea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2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3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4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5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6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7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8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9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0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1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2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3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4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5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6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7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8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19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20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21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22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23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24.xml><?xml version="1.0" encoding="utf-8"?>
<p:tagLst xmlns:p="http://schemas.openxmlformats.org/presentationml/2006/main">
  <p:tag name="KSO_WM_DIAGRAM_VIRTUALLY_FRAME" val="{&quot;height&quot;:383.55858267716536,&quot;left&quot;:540.2359842519685,&quot;top&quot;:95.14700787401574,&quot;width&quot;:259.4625196850394}"/>
</p:tagLst>
</file>

<file path=ppt/tags/tag25.xml><?xml version="1.0" encoding="utf-8"?>
<p:tagLst xmlns:p="http://schemas.openxmlformats.org/presentationml/2006/main">
  <p:tag name="KSO_WM_DIAGRAM_VIRTUALLY_FRAME" val="{&quot;height&quot;:253.1751968503937,&quot;left&quot;:50.83,&quot;top&quot;:163.85629921259843,&quot;width&quot;:864.7400000000001}"/>
</p:tagLst>
</file>

<file path=ppt/tags/tag26.xml><?xml version="1.0" encoding="utf-8"?>
<p:tagLst xmlns:p="http://schemas.openxmlformats.org/presentationml/2006/main">
  <p:tag name="KSO_WM_DIAGRAM_VIRTUALLY_FRAME" val="{&quot;height&quot;:253.1751968503937,&quot;left&quot;:50.83,&quot;top&quot;:163.85629921259843,&quot;width&quot;:864.7400000000001}"/>
</p:tagLst>
</file>

<file path=ppt/tags/tag27.xml><?xml version="1.0" encoding="utf-8"?>
<p:tagLst xmlns:p="http://schemas.openxmlformats.org/presentationml/2006/main">
  <p:tag name="KSO_WM_DIAGRAM_VIRTUALLY_FRAME" val="{&quot;height&quot;:253.1751968503937,&quot;left&quot;:50.83,&quot;top&quot;:163.85629921259843,&quot;width&quot;:864.7400000000001}"/>
</p:tagLst>
</file>

<file path=ppt/tags/tag28.xml><?xml version="1.0" encoding="utf-8"?>
<p:tagLst xmlns:p="http://schemas.openxmlformats.org/presentationml/2006/main">
  <p:tag name="KSO_WM_DIAGRAM_VIRTUALLY_FRAME" val="{&quot;height&quot;:295.8302362204724,&quot;left&quot;:77.22929133858267,&quot;top&quot;:150.62062992125985,&quot;width&quot;:774.1630708661418}"/>
</p:tagLst>
</file>

<file path=ppt/tags/tag29.xml><?xml version="1.0" encoding="utf-8"?>
<p:tagLst xmlns:p="http://schemas.openxmlformats.org/presentationml/2006/main">
  <p:tag name="KSO_WM_DIAGRAM_VIRTUALLY_FRAME" val="{&quot;height&quot;:295.8302362204724,&quot;left&quot;:77.22929133858267,&quot;top&quot;:150.62062992125985,&quot;width&quot;:774.1630708661418}"/>
</p:tagLst>
</file>

<file path=ppt/tags/tag30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COMMONDATA" val="eyJoZGlkIjoiODA2NGM4M2Q0MTk3ZmNiZjdiODk3MzMwMTRmZjYwOTIifQ=="/>
  <p:tag name="KSO_WPP_MARK_KEY" val="d7c2f6a8-eb8e-4a46-8b57-9d26bd7de5d8"/>
  <p:tag name="commondata" val="eyJoZGlkIjoiNzg0NDE3YzllNzczMGY3MTQ1OTYyNGM3NDBkNmM5NTcifQ=="/>
</p:tagLst>
</file>

<file path=ppt/theme/theme1.xml><?xml version="1.0" encoding="utf-8"?>
<a:theme xmlns:a="http://schemas.openxmlformats.org/drawingml/2006/main" name="Office 主题​​">
  <a:themeElements>
    <a:clrScheme name="自定义 28">
      <a:dk1>
        <a:sysClr val="windowText" lastClr="000000"/>
      </a:dk1>
      <a:lt1>
        <a:sysClr val="window" lastClr="FFFFFF"/>
      </a:lt1>
      <a:dk2>
        <a:srgbClr val="156389"/>
      </a:dk2>
      <a:lt2>
        <a:srgbClr val="F9A825"/>
      </a:lt2>
      <a:accent1>
        <a:srgbClr val="156389"/>
      </a:accent1>
      <a:accent2>
        <a:srgbClr val="F9A825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5">
      <a:majorFont>
        <a:latin typeface="思源宋体 CN Heavy"/>
        <a:ea typeface="思源宋体 CN Heavy"/>
        <a:cs typeface=""/>
      </a:majorFont>
      <a:minorFont>
        <a:latin typeface="思源黑体 CN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WPS 演示</Application>
  <PresentationFormat>宽屏</PresentationFormat>
  <Paragraphs>115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宋体</vt:lpstr>
      <vt:lpstr>Wingdings</vt:lpstr>
      <vt:lpstr>思源黑体 CN Bold</vt:lpstr>
      <vt:lpstr>黑体</vt:lpstr>
      <vt:lpstr>等线</vt:lpstr>
      <vt:lpstr>Alibaba PuHuiTi B</vt:lpstr>
      <vt:lpstr>思源黑体 CN Medium</vt:lpstr>
      <vt:lpstr>思源黑体 CN Regular</vt:lpstr>
      <vt:lpstr>思源宋体 CN Heavy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成龙 于</dc:creator>
  <cp:lastModifiedBy>陈昕</cp:lastModifiedBy>
  <cp:revision>26</cp:revision>
  <dcterms:created xsi:type="dcterms:W3CDTF">2024-01-17T15:47:00Z</dcterms:created>
  <dcterms:modified xsi:type="dcterms:W3CDTF">2025-06-21T15:15:19Z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9A932B5504D0432399E497CB2237E591_11</vt:lpwstr>
  </property>
  <property fmtid="{D5CDD505-2E9C-101B-9397-08002B2CF9AE}" pid="3" name="KSOProductBuildVer">
    <vt:lpwstr>2052-12.1.0.21541</vt:lpwstr>
  </property>
  <property fmtid="{D5CDD505-2E9C-101B-9397-08002B2CF9AE}" pid="4" name="KSOTemplateUUID">
    <vt:lpwstr>v1.0_mb_i+6t5FEJiwT6tsYEZj0BlA==</vt:lpwstr>
  </property>
</Properties>
</file>